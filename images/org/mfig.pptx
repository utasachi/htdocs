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E8D5C-B358-357D-E85C-AF4C4D947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2975C8-BCCD-1450-89A1-92125A8C7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05AB17-B46C-AC1B-B66F-4598B777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337949-9256-0BA2-6199-C8CEFD09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F6C46B-CEE1-3C95-D41C-32589A39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33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46D6A-A3BE-EFAF-D52D-7E425601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C0151A-E84D-71B8-7F74-F59AB4AF3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ADDFDC-D05D-0F67-FCD7-49E3F4F3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080D03-303D-B03E-FB44-95D646AD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1FC04-CEC3-B080-BF54-B3D891B8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05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8F265-BF2B-2D6E-4368-951B61C8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E6CC76-2D0B-3CF7-63C0-832DB7CB4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AFFA3-986F-2225-0642-4CFB7664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1CB2E0-A358-6FDD-326F-0C77C47A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25FB2A-4E86-75BE-9D50-91B1B95A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60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4645C7-C3C7-2E5A-25CA-6E4C002E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F496D-EE51-ABB5-E59D-FC067DB93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625931-9CD6-ED82-7236-928982A03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0398EE-50C5-FF2D-4188-274EE20B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EE95EA-8651-A5DB-29AA-CE46E64D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951F81-2224-80B4-4C03-552501C8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06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38A62B-EB01-0D5E-E5D8-6BFDE5BA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4A2BE7-1F00-FEDB-AD93-762A3B09D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B2F7E7-D52D-693F-2384-DEAD6B787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D39176-C4F5-0B9A-D4B8-194BAA71A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3496E8-1A3C-D233-0307-E17D7D71C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5A1AC9-859B-AAEA-E54D-22C545AC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092F05-CFBD-B564-E09B-54A97286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2053E8B-A389-96D0-C89D-A676FF32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94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BEE21-5497-C96E-28FD-F0EF32D9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E0C0B30-7AB2-33D3-0063-FEB92718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6F9FF6-9B1B-87FD-6D75-0B66A262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744685-57BE-DFCC-2C3B-DC2928EE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8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CE3942-879C-1260-878C-5038AD04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7F4B1F-9FC0-11C4-F58E-997BB309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449433-8AB1-4759-26BE-7D552932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92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1A4AE-0915-F82C-D82E-72516B97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8476E-293C-9643-A0F6-D78B46236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575715-2536-C688-BC10-87C02D621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07DBAC-E91A-505B-542F-0B7B747D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543102-D58D-E27C-8124-0D86B72E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229EB9-AC31-CADC-52A2-791E19E4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6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40C33-2DC6-71CC-FAEB-CEB23F8E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4D249C-4F04-C6F7-31CE-D6295043A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992638-D8CA-5434-4059-A914FB57B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307FC1-EE5E-F8A5-3BF8-FAFA56A7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BFCFFA-99D1-A829-22C9-32C337E5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84C025-2000-51E9-6197-8AD0C0D6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24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C02CA-19F1-E4FB-C6C2-276C4373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706D00-490A-E751-7B84-A2246FA3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C4E09F-730E-69EC-F55C-11F93A8D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525DE1-C845-DF71-90F6-D7E0530B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B26FBF-517A-C743-1E10-18737615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12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ECF64A-BA27-C6E5-97B6-7247EABBA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9012C6-193B-96DD-BCB0-7EBAC3B9E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C4F28A-ACD2-719C-FA17-2847B65E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5BD6D0-2BD2-9393-A0A9-B2DBC138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83DF3-20BE-4FB2-2336-0F3313AD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55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085423-C4BB-BD6E-B243-C4F05E18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A7AB6E-1CA5-20CE-1B14-DF08094FD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76E17A-DBF3-EA26-0C7F-AE24BAD0E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32713-731F-4C19-8BBD-B85AF1372931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AAA0A-B296-579E-8743-983BA337A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668A7-B340-0405-DEA2-8CAFDA06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FCFF1-5735-4C4E-81B7-27879DB7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95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6A35C1AA-270F-19A8-755F-2DB047CA1804}"/>
              </a:ext>
            </a:extLst>
          </p:cNvPr>
          <p:cNvGrpSpPr/>
          <p:nvPr/>
        </p:nvGrpSpPr>
        <p:grpSpPr>
          <a:xfrm>
            <a:off x="3047843" y="228435"/>
            <a:ext cx="6096313" cy="6401129"/>
            <a:chOff x="3047843" y="228435"/>
            <a:chExt cx="6096313" cy="640112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C96EF420-4210-143E-9BC5-166420E00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7843" y="228435"/>
              <a:ext cx="6096313" cy="6401129"/>
            </a:xfrm>
            <a:prstGeom prst="rect">
              <a:avLst/>
            </a:prstGeom>
          </p:spPr>
        </p:pic>
        <p:sp>
          <p:nvSpPr>
            <p:cNvPr id="6" name="吹き出し: 円形 5">
              <a:extLst>
                <a:ext uri="{FF2B5EF4-FFF2-40B4-BE49-F238E27FC236}">
                  <a16:creationId xmlns:a16="http://schemas.microsoft.com/office/drawing/2014/main" id="{6874BB44-E027-A3E1-0F16-A3942F97FE2E}"/>
                </a:ext>
              </a:extLst>
            </p:cNvPr>
            <p:cNvSpPr/>
            <p:nvPr/>
          </p:nvSpPr>
          <p:spPr>
            <a:xfrm>
              <a:off x="3214206" y="1682750"/>
              <a:ext cx="369627" cy="247650"/>
            </a:xfrm>
            <a:prstGeom prst="wedgeEllipseCallout">
              <a:avLst>
                <a:gd name="adj1" fmla="val 469"/>
                <a:gd name="adj2" fmla="val -9083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１</a:t>
              </a:r>
            </a:p>
          </p:txBody>
        </p:sp>
        <p:sp>
          <p:nvSpPr>
            <p:cNvPr id="7" name="吹き出し: 円形 6">
              <a:extLst>
                <a:ext uri="{FF2B5EF4-FFF2-40B4-BE49-F238E27FC236}">
                  <a16:creationId xmlns:a16="http://schemas.microsoft.com/office/drawing/2014/main" id="{AFD4A480-64D1-4CF5-3DEA-DFD3690848EF}"/>
                </a:ext>
              </a:extLst>
            </p:cNvPr>
            <p:cNvSpPr/>
            <p:nvPr/>
          </p:nvSpPr>
          <p:spPr>
            <a:xfrm>
              <a:off x="6958166" y="1322070"/>
              <a:ext cx="369627" cy="247650"/>
            </a:xfrm>
            <a:prstGeom prst="wedgeEllipseCallout">
              <a:avLst>
                <a:gd name="adj1" fmla="val 469"/>
                <a:gd name="adj2" fmla="val -9083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２</a:t>
              </a:r>
              <a:endParaRPr kumimoji="1" lang="ja-JP" altLang="en-US" sz="1400" dirty="0"/>
            </a:p>
          </p:txBody>
        </p:sp>
        <p:sp>
          <p:nvSpPr>
            <p:cNvPr id="8" name="吹き出し: 円形 7">
              <a:extLst>
                <a:ext uri="{FF2B5EF4-FFF2-40B4-BE49-F238E27FC236}">
                  <a16:creationId xmlns:a16="http://schemas.microsoft.com/office/drawing/2014/main" id="{E22DC3A5-E7BB-5B78-7CFC-DBCAB769FE3A}"/>
                </a:ext>
              </a:extLst>
            </p:cNvPr>
            <p:cNvSpPr/>
            <p:nvPr/>
          </p:nvSpPr>
          <p:spPr>
            <a:xfrm>
              <a:off x="3980016" y="1682750"/>
              <a:ext cx="369627" cy="247650"/>
            </a:xfrm>
            <a:prstGeom prst="wedgeEllipseCallout">
              <a:avLst>
                <a:gd name="adj1" fmla="val -40762"/>
                <a:gd name="adj2" fmla="val -7032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３</a:t>
              </a:r>
            </a:p>
          </p:txBody>
        </p:sp>
        <p:sp>
          <p:nvSpPr>
            <p:cNvPr id="9" name="吹き出し: 円形 8">
              <a:extLst>
                <a:ext uri="{FF2B5EF4-FFF2-40B4-BE49-F238E27FC236}">
                  <a16:creationId xmlns:a16="http://schemas.microsoft.com/office/drawing/2014/main" id="{33B90B26-CE23-C288-6C5E-611ED1265F07}"/>
                </a:ext>
              </a:extLst>
            </p:cNvPr>
            <p:cNvSpPr/>
            <p:nvPr/>
          </p:nvSpPr>
          <p:spPr>
            <a:xfrm>
              <a:off x="8238542" y="1435100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４</a:t>
              </a:r>
              <a:endParaRPr kumimoji="1" lang="ja-JP" altLang="en-US" sz="1400" dirty="0"/>
            </a:p>
          </p:txBody>
        </p:sp>
        <p:sp>
          <p:nvSpPr>
            <p:cNvPr id="10" name="吹き出し: 円形 9">
              <a:extLst>
                <a:ext uri="{FF2B5EF4-FFF2-40B4-BE49-F238E27FC236}">
                  <a16:creationId xmlns:a16="http://schemas.microsoft.com/office/drawing/2014/main" id="{B8540577-6389-0350-A292-EDB046A38C97}"/>
                </a:ext>
              </a:extLst>
            </p:cNvPr>
            <p:cNvSpPr/>
            <p:nvPr/>
          </p:nvSpPr>
          <p:spPr>
            <a:xfrm>
              <a:off x="5269066" y="2876550"/>
              <a:ext cx="369627" cy="247650"/>
            </a:xfrm>
            <a:prstGeom prst="wedgeEllipseCallout">
              <a:avLst>
                <a:gd name="adj1" fmla="val -6403"/>
                <a:gd name="adj2" fmla="val 1429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５</a:t>
              </a:r>
            </a:p>
          </p:txBody>
        </p:sp>
        <p:sp>
          <p:nvSpPr>
            <p:cNvPr id="11" name="吹き出し: 円形 10">
              <a:extLst>
                <a:ext uri="{FF2B5EF4-FFF2-40B4-BE49-F238E27FC236}">
                  <a16:creationId xmlns:a16="http://schemas.microsoft.com/office/drawing/2014/main" id="{7A5C9FAC-EA18-94E3-373C-DBF50CCA0577}"/>
                </a:ext>
              </a:extLst>
            </p:cNvPr>
            <p:cNvSpPr/>
            <p:nvPr/>
          </p:nvSpPr>
          <p:spPr>
            <a:xfrm>
              <a:off x="4468966" y="4229100"/>
              <a:ext cx="369627" cy="247650"/>
            </a:xfrm>
            <a:prstGeom prst="wedgeEllipseCallout">
              <a:avLst>
                <a:gd name="adj1" fmla="val -40762"/>
                <a:gd name="adj2" fmla="val -7032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６</a:t>
              </a:r>
            </a:p>
          </p:txBody>
        </p:sp>
        <p:sp>
          <p:nvSpPr>
            <p:cNvPr id="12" name="吹き出し: 円形 11">
              <a:extLst>
                <a:ext uri="{FF2B5EF4-FFF2-40B4-BE49-F238E27FC236}">
                  <a16:creationId xmlns:a16="http://schemas.microsoft.com/office/drawing/2014/main" id="{48838AB0-E8F1-AFA8-5269-A7C368CC3CE3}"/>
                </a:ext>
              </a:extLst>
            </p:cNvPr>
            <p:cNvSpPr/>
            <p:nvPr/>
          </p:nvSpPr>
          <p:spPr>
            <a:xfrm>
              <a:off x="4583266" y="5181682"/>
              <a:ext cx="369627" cy="247650"/>
            </a:xfrm>
            <a:prstGeom prst="wedgeEllipseCallout">
              <a:avLst>
                <a:gd name="adj1" fmla="val -71685"/>
                <a:gd name="adj2" fmla="val -1391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７</a:t>
              </a:r>
            </a:p>
          </p:txBody>
        </p:sp>
        <p:sp>
          <p:nvSpPr>
            <p:cNvPr id="13" name="吹き出し: 円形 12">
              <a:extLst>
                <a:ext uri="{FF2B5EF4-FFF2-40B4-BE49-F238E27FC236}">
                  <a16:creationId xmlns:a16="http://schemas.microsoft.com/office/drawing/2014/main" id="{277A745C-F813-046D-331E-E919D08B9776}"/>
                </a:ext>
              </a:extLst>
            </p:cNvPr>
            <p:cNvSpPr/>
            <p:nvPr/>
          </p:nvSpPr>
          <p:spPr>
            <a:xfrm>
              <a:off x="3910166" y="5683332"/>
              <a:ext cx="369627" cy="247650"/>
            </a:xfrm>
            <a:prstGeom prst="wedgeEllipseCallout">
              <a:avLst>
                <a:gd name="adj1" fmla="val -71685"/>
                <a:gd name="adj2" fmla="val -1391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８</a:t>
              </a:r>
            </a:p>
          </p:txBody>
        </p:sp>
        <p:sp>
          <p:nvSpPr>
            <p:cNvPr id="14" name="吹き出し: 円形 13">
              <a:extLst>
                <a:ext uri="{FF2B5EF4-FFF2-40B4-BE49-F238E27FC236}">
                  <a16:creationId xmlns:a16="http://schemas.microsoft.com/office/drawing/2014/main" id="{B2C39F2A-4461-4A65-BD83-BB0F0D4C5351}"/>
                </a:ext>
              </a:extLst>
            </p:cNvPr>
            <p:cNvSpPr/>
            <p:nvPr/>
          </p:nvSpPr>
          <p:spPr>
            <a:xfrm>
              <a:off x="5586566" y="6197682"/>
              <a:ext cx="369627" cy="247650"/>
            </a:xfrm>
            <a:prstGeom prst="wedgeEllipseCallout">
              <a:avLst>
                <a:gd name="adj1" fmla="val -71685"/>
                <a:gd name="adj2" fmla="val -1391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7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7EFE277-63CB-698D-5A6D-5AB44A439AC9}"/>
              </a:ext>
            </a:extLst>
          </p:cNvPr>
          <p:cNvGrpSpPr/>
          <p:nvPr/>
        </p:nvGrpSpPr>
        <p:grpSpPr>
          <a:xfrm>
            <a:off x="3047843" y="228435"/>
            <a:ext cx="6096313" cy="6401129"/>
            <a:chOff x="3047843" y="228435"/>
            <a:chExt cx="6096313" cy="640112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A042FD0D-CE62-4F03-9867-33748361F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7843" y="228435"/>
              <a:ext cx="6096313" cy="6401129"/>
            </a:xfrm>
            <a:prstGeom prst="rect">
              <a:avLst/>
            </a:prstGeom>
          </p:spPr>
        </p:pic>
        <p:sp>
          <p:nvSpPr>
            <p:cNvPr id="7" name="吹き出し: 円形 6">
              <a:extLst>
                <a:ext uri="{FF2B5EF4-FFF2-40B4-BE49-F238E27FC236}">
                  <a16:creationId xmlns:a16="http://schemas.microsoft.com/office/drawing/2014/main" id="{3495E3E1-2F65-4434-7A6D-93D19E8128B9}"/>
                </a:ext>
              </a:extLst>
            </p:cNvPr>
            <p:cNvSpPr/>
            <p:nvPr/>
          </p:nvSpPr>
          <p:spPr>
            <a:xfrm>
              <a:off x="7104009" y="1909233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１</a:t>
              </a:r>
              <a:endParaRPr kumimoji="1" lang="ja-JP" altLang="en-US" sz="1400" dirty="0"/>
            </a:p>
          </p:txBody>
        </p:sp>
        <p:sp>
          <p:nvSpPr>
            <p:cNvPr id="8" name="吹き出し: 円形 7">
              <a:extLst>
                <a:ext uri="{FF2B5EF4-FFF2-40B4-BE49-F238E27FC236}">
                  <a16:creationId xmlns:a16="http://schemas.microsoft.com/office/drawing/2014/main" id="{F961AB3A-A2CC-857D-EE34-4877499539CE}"/>
                </a:ext>
              </a:extLst>
            </p:cNvPr>
            <p:cNvSpPr/>
            <p:nvPr/>
          </p:nvSpPr>
          <p:spPr>
            <a:xfrm>
              <a:off x="7104009" y="2840567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２</a:t>
              </a:r>
              <a:endParaRPr kumimoji="1" lang="ja-JP" altLang="en-US" sz="1400" dirty="0"/>
            </a:p>
          </p:txBody>
        </p:sp>
        <p:sp>
          <p:nvSpPr>
            <p:cNvPr id="9" name="吹き出し: 円形 8">
              <a:extLst>
                <a:ext uri="{FF2B5EF4-FFF2-40B4-BE49-F238E27FC236}">
                  <a16:creationId xmlns:a16="http://schemas.microsoft.com/office/drawing/2014/main" id="{F8A0D51D-A590-3BA3-7334-02565871963D}"/>
                </a:ext>
              </a:extLst>
            </p:cNvPr>
            <p:cNvSpPr/>
            <p:nvPr/>
          </p:nvSpPr>
          <p:spPr>
            <a:xfrm>
              <a:off x="7104009" y="3769784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３</a:t>
              </a:r>
              <a:endParaRPr kumimoji="1" lang="ja-JP" altLang="en-US" sz="1400" dirty="0"/>
            </a:p>
          </p:txBody>
        </p:sp>
        <p:sp>
          <p:nvSpPr>
            <p:cNvPr id="10" name="吹き出し: 円形 9">
              <a:extLst>
                <a:ext uri="{FF2B5EF4-FFF2-40B4-BE49-F238E27FC236}">
                  <a16:creationId xmlns:a16="http://schemas.microsoft.com/office/drawing/2014/main" id="{3E8682CE-92E1-1B7F-C49F-DC59225B41C3}"/>
                </a:ext>
              </a:extLst>
            </p:cNvPr>
            <p:cNvSpPr/>
            <p:nvPr/>
          </p:nvSpPr>
          <p:spPr>
            <a:xfrm>
              <a:off x="7104009" y="4064001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４</a:t>
              </a:r>
              <a:endParaRPr kumimoji="1" lang="ja-JP" altLang="en-US" sz="1400" dirty="0"/>
            </a:p>
          </p:txBody>
        </p:sp>
        <p:sp>
          <p:nvSpPr>
            <p:cNvPr id="11" name="吹き出し: 円形 10">
              <a:extLst>
                <a:ext uri="{FF2B5EF4-FFF2-40B4-BE49-F238E27FC236}">
                  <a16:creationId xmlns:a16="http://schemas.microsoft.com/office/drawing/2014/main" id="{FB7C48E7-77A9-0FDC-6E56-1455FA5512DC}"/>
                </a:ext>
              </a:extLst>
            </p:cNvPr>
            <p:cNvSpPr/>
            <p:nvPr/>
          </p:nvSpPr>
          <p:spPr>
            <a:xfrm>
              <a:off x="7104009" y="4356102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５</a:t>
              </a:r>
            </a:p>
          </p:txBody>
        </p:sp>
        <p:sp>
          <p:nvSpPr>
            <p:cNvPr id="12" name="吹き出し: 円形 11">
              <a:extLst>
                <a:ext uri="{FF2B5EF4-FFF2-40B4-BE49-F238E27FC236}">
                  <a16:creationId xmlns:a16="http://schemas.microsoft.com/office/drawing/2014/main" id="{539FFCA5-486C-E001-9C75-761E30773722}"/>
                </a:ext>
              </a:extLst>
            </p:cNvPr>
            <p:cNvSpPr/>
            <p:nvPr/>
          </p:nvSpPr>
          <p:spPr>
            <a:xfrm>
              <a:off x="7104009" y="4906515"/>
              <a:ext cx="369627" cy="247650"/>
            </a:xfrm>
            <a:prstGeom prst="wedgeEllipseCallout">
              <a:avLst>
                <a:gd name="adj1" fmla="val 82930"/>
                <a:gd name="adj2" fmla="val -62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6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6F99FF0-F067-5C7D-07FD-46D117EB7E09}"/>
              </a:ext>
            </a:extLst>
          </p:cNvPr>
          <p:cNvGrpSpPr/>
          <p:nvPr/>
        </p:nvGrpSpPr>
        <p:grpSpPr>
          <a:xfrm>
            <a:off x="3047843" y="228435"/>
            <a:ext cx="6096313" cy="6401129"/>
            <a:chOff x="3047843" y="228435"/>
            <a:chExt cx="6096313" cy="640112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D023CB9-9AE6-0302-C98D-4931AB5EB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7843" y="228435"/>
              <a:ext cx="6096313" cy="6401129"/>
            </a:xfrm>
            <a:prstGeom prst="rect">
              <a:avLst/>
            </a:prstGeom>
          </p:spPr>
        </p:pic>
        <p:sp>
          <p:nvSpPr>
            <p:cNvPr id="7" name="吹き出し: 円形 6">
              <a:extLst>
                <a:ext uri="{FF2B5EF4-FFF2-40B4-BE49-F238E27FC236}">
                  <a16:creationId xmlns:a16="http://schemas.microsoft.com/office/drawing/2014/main" id="{30A40A2E-BC5F-C02B-130D-5E47FD68E1EE}"/>
                </a:ext>
              </a:extLst>
            </p:cNvPr>
            <p:cNvSpPr/>
            <p:nvPr/>
          </p:nvSpPr>
          <p:spPr>
            <a:xfrm>
              <a:off x="7374943" y="1494366"/>
              <a:ext cx="369627" cy="247650"/>
            </a:xfrm>
            <a:prstGeom prst="wedgeEllipseCallout">
              <a:avLst>
                <a:gd name="adj1" fmla="val 468"/>
                <a:gd name="adj2" fmla="val 1066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２</a:t>
              </a:r>
              <a:endParaRPr kumimoji="1" lang="ja-JP" altLang="en-US" sz="1400" dirty="0"/>
            </a:p>
          </p:txBody>
        </p:sp>
        <p:sp>
          <p:nvSpPr>
            <p:cNvPr id="8" name="吹き出し: 円形 7">
              <a:extLst>
                <a:ext uri="{FF2B5EF4-FFF2-40B4-BE49-F238E27FC236}">
                  <a16:creationId xmlns:a16="http://schemas.microsoft.com/office/drawing/2014/main" id="{EB991AD8-510C-54BD-3325-00CF4F06F0AE}"/>
                </a:ext>
              </a:extLst>
            </p:cNvPr>
            <p:cNvSpPr/>
            <p:nvPr/>
          </p:nvSpPr>
          <p:spPr>
            <a:xfrm>
              <a:off x="3217809" y="1883832"/>
              <a:ext cx="369627" cy="247650"/>
            </a:xfrm>
            <a:prstGeom prst="wedgeEllipseCallout">
              <a:avLst>
                <a:gd name="adj1" fmla="val 69185"/>
                <a:gd name="adj2" fmla="val 14078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１</a:t>
              </a:r>
              <a:endParaRPr kumimoji="1" lang="ja-JP" altLang="en-US" sz="1400" dirty="0"/>
            </a:p>
          </p:txBody>
        </p:sp>
        <p:sp>
          <p:nvSpPr>
            <p:cNvPr id="9" name="吹き出し: 円形 8">
              <a:extLst>
                <a:ext uri="{FF2B5EF4-FFF2-40B4-BE49-F238E27FC236}">
                  <a16:creationId xmlns:a16="http://schemas.microsoft.com/office/drawing/2014/main" id="{4177A68B-ECCD-F3EB-7F2E-050A63CE679D}"/>
                </a:ext>
              </a:extLst>
            </p:cNvPr>
            <p:cNvSpPr/>
            <p:nvPr/>
          </p:nvSpPr>
          <p:spPr>
            <a:xfrm>
              <a:off x="5419142" y="2730499"/>
              <a:ext cx="369627" cy="247650"/>
            </a:xfrm>
            <a:prstGeom prst="wedgeEllipseCallout">
              <a:avLst>
                <a:gd name="adj1" fmla="val -91156"/>
                <a:gd name="adj2" fmla="val -28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３</a:t>
              </a:r>
              <a:endParaRPr kumimoji="1" lang="ja-JP" altLang="en-US" sz="1400" dirty="0"/>
            </a:p>
          </p:txBody>
        </p:sp>
        <p:sp>
          <p:nvSpPr>
            <p:cNvPr id="10" name="吹き出し: 円形 9">
              <a:extLst>
                <a:ext uri="{FF2B5EF4-FFF2-40B4-BE49-F238E27FC236}">
                  <a16:creationId xmlns:a16="http://schemas.microsoft.com/office/drawing/2014/main" id="{A2E899F4-F4E8-55EA-B7EC-5B39093D1AE8}"/>
                </a:ext>
              </a:extLst>
            </p:cNvPr>
            <p:cNvSpPr/>
            <p:nvPr/>
          </p:nvSpPr>
          <p:spPr>
            <a:xfrm>
              <a:off x="3844342" y="3771899"/>
              <a:ext cx="369627" cy="247650"/>
            </a:xfrm>
            <a:prstGeom prst="wedgeEllipseCallout">
              <a:avLst>
                <a:gd name="adj1" fmla="val 7340"/>
                <a:gd name="adj2" fmla="val 403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４</a:t>
              </a:r>
            </a:p>
          </p:txBody>
        </p:sp>
        <p:sp>
          <p:nvSpPr>
            <p:cNvPr id="11" name="吹き出し: 円形 10">
              <a:extLst>
                <a:ext uri="{FF2B5EF4-FFF2-40B4-BE49-F238E27FC236}">
                  <a16:creationId xmlns:a16="http://schemas.microsoft.com/office/drawing/2014/main" id="{44821EFA-7342-94DC-7430-B35491DB146B}"/>
                </a:ext>
              </a:extLst>
            </p:cNvPr>
            <p:cNvSpPr/>
            <p:nvPr/>
          </p:nvSpPr>
          <p:spPr>
            <a:xfrm>
              <a:off x="4978875" y="3181349"/>
              <a:ext cx="369627" cy="247650"/>
            </a:xfrm>
            <a:prstGeom prst="wedgeEllipseCallout">
              <a:avLst>
                <a:gd name="adj1" fmla="val 94382"/>
                <a:gd name="adj2" fmla="val 61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329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E8ACAE7-1A68-6CA1-7898-13DAB4E9CD7A}"/>
              </a:ext>
            </a:extLst>
          </p:cNvPr>
          <p:cNvGrpSpPr/>
          <p:nvPr/>
        </p:nvGrpSpPr>
        <p:grpSpPr>
          <a:xfrm>
            <a:off x="3047843" y="228435"/>
            <a:ext cx="6096313" cy="6401129"/>
            <a:chOff x="3047843" y="228435"/>
            <a:chExt cx="6096313" cy="640112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5E24A96-20C6-3CBE-5775-47965BE01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7843" y="228435"/>
              <a:ext cx="6096313" cy="6401129"/>
            </a:xfrm>
            <a:prstGeom prst="rect">
              <a:avLst/>
            </a:prstGeom>
          </p:spPr>
        </p:pic>
        <p:sp>
          <p:nvSpPr>
            <p:cNvPr id="7" name="吹き出し: 円形 6">
              <a:extLst>
                <a:ext uri="{FF2B5EF4-FFF2-40B4-BE49-F238E27FC236}">
                  <a16:creationId xmlns:a16="http://schemas.microsoft.com/office/drawing/2014/main" id="{B1D726FB-80A2-3262-5678-CA92D0EC3E7C}"/>
                </a:ext>
              </a:extLst>
            </p:cNvPr>
            <p:cNvSpPr/>
            <p:nvPr/>
          </p:nvSpPr>
          <p:spPr>
            <a:xfrm>
              <a:off x="4657142" y="2425698"/>
              <a:ext cx="369627" cy="247650"/>
            </a:xfrm>
            <a:prstGeom prst="wedgeEllipseCallout">
              <a:avLst>
                <a:gd name="adj1" fmla="val 43989"/>
                <a:gd name="adj2" fmla="val 8608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１</a:t>
              </a:r>
              <a:endParaRPr kumimoji="1" lang="ja-JP" altLang="en-US" sz="1400" dirty="0"/>
            </a:p>
          </p:txBody>
        </p:sp>
        <p:sp>
          <p:nvSpPr>
            <p:cNvPr id="8" name="吹き出し: 円形 7">
              <a:extLst>
                <a:ext uri="{FF2B5EF4-FFF2-40B4-BE49-F238E27FC236}">
                  <a16:creationId xmlns:a16="http://schemas.microsoft.com/office/drawing/2014/main" id="{1DC42B8F-BC96-6598-D771-33E93EC98F94}"/>
                </a:ext>
              </a:extLst>
            </p:cNvPr>
            <p:cNvSpPr/>
            <p:nvPr/>
          </p:nvSpPr>
          <p:spPr>
            <a:xfrm>
              <a:off x="5461476" y="2425698"/>
              <a:ext cx="369627" cy="247650"/>
            </a:xfrm>
            <a:prstGeom prst="wedgeEllipseCallout">
              <a:avLst>
                <a:gd name="adj1" fmla="val 43989"/>
                <a:gd name="adj2" fmla="val 8608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２</a:t>
              </a:r>
              <a:endParaRPr kumimoji="1" lang="ja-JP" altLang="en-US" sz="1400" dirty="0"/>
            </a:p>
          </p:txBody>
        </p:sp>
        <p:sp>
          <p:nvSpPr>
            <p:cNvPr id="9" name="吹き出し: 円形 8">
              <a:extLst>
                <a:ext uri="{FF2B5EF4-FFF2-40B4-BE49-F238E27FC236}">
                  <a16:creationId xmlns:a16="http://schemas.microsoft.com/office/drawing/2014/main" id="{1DF798E8-F8EF-ED68-C53F-69E4F5CC6EF1}"/>
                </a:ext>
              </a:extLst>
            </p:cNvPr>
            <p:cNvSpPr/>
            <p:nvPr/>
          </p:nvSpPr>
          <p:spPr>
            <a:xfrm>
              <a:off x="6143358" y="2425698"/>
              <a:ext cx="369627" cy="247650"/>
            </a:xfrm>
            <a:prstGeom prst="wedgeEllipseCallout">
              <a:avLst>
                <a:gd name="adj1" fmla="val 43989"/>
                <a:gd name="adj2" fmla="val 8608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３</a:t>
              </a:r>
              <a:endParaRPr kumimoji="1" lang="ja-JP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521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</Words>
  <Application>Microsoft Office PowerPoint</Application>
  <PresentationFormat>ワイド画面</PresentationFormat>
  <Paragraphs>23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 Izavoll</dc:creator>
  <cp:lastModifiedBy>Thor Izavoll</cp:lastModifiedBy>
  <cp:revision>1</cp:revision>
  <dcterms:created xsi:type="dcterms:W3CDTF">2026-06-16T04:51:56Z</dcterms:created>
  <dcterms:modified xsi:type="dcterms:W3CDTF">2026-06-16T05:01:34Z</dcterms:modified>
</cp:coreProperties>
</file>